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9738238" cy="2514600"/>
  <p:notesSz cx="2514600" cy="197382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738238" cy="251460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490472"/>
            <a:ext cx="345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783080"/>
            <a:ext cx="3453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know which voice each note is 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65352" y="827532"/>
            <a:ext cx="274320" cy="0"/>
          </a:xfrm>
          <a:prstGeom prst="line">
            <a:avLst/>
          </a:prstGeom>
          <a:noFill/>
          <a:ln w="508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231112" y="1490472"/>
            <a:ext cx="345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TOKENIZERS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31112" y="1783080"/>
            <a:ext cx="3453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are sorted by pitch; the voices are lost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6423" y="827532"/>
            <a:ext cx="274320" cy="0"/>
          </a:xfrm>
          <a:prstGeom prst="line">
            <a:avLst/>
          </a:prstGeom>
          <a:noFill/>
          <a:ln w="508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32455" y="128016"/>
            <a:ext cx="3673328" cy="2258568"/>
          </a:xfrm>
          <a:prstGeom prst="roundRect">
            <a:avLst>
              <a:gd name="adj" fmla="val 6073"/>
            </a:avLst>
          </a:prstGeom>
          <a:solidFill>
            <a:srgbClr val="FCEBB6"/>
          </a:solidFill>
          <a:ln w="31750">
            <a:solidFill>
              <a:srgbClr val="E0B4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42183" y="1490472"/>
            <a:ext cx="345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142183" y="1783080"/>
            <a:ext cx="3453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studies: voice-leading is never measured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687495" y="827532"/>
            <a:ext cx="274320" cy="0"/>
          </a:xfrm>
          <a:prstGeom prst="line">
            <a:avLst/>
          </a:prstGeom>
          <a:noFill/>
          <a:ln w="508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2053255" y="1490472"/>
            <a:ext cx="345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53255" y="1783080"/>
            <a:ext cx="3453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voice to each note token, so it can be checked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5598567" y="827532"/>
            <a:ext cx="274320" cy="0"/>
          </a:xfrm>
          <a:prstGeom prst="line">
            <a:avLst/>
          </a:prstGeom>
          <a:noFill/>
          <a:ln w="508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5964327" y="1490472"/>
            <a:ext cx="345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964327" y="1783080"/>
            <a:ext cx="3453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Bach fugues, where voices come and go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"/>
            <a:ext cx="32709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342900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D55E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538387" y="448056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D55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465235" y="406908"/>
            <a:ext cx="73152" cy="105156"/>
          </a:xfrm>
          <a:prstGeom prst="line">
            <a:avLst/>
          </a:prstGeom>
          <a:noFill/>
          <a:ln w="31750">
            <a:solidFill>
              <a:srgbClr val="D55E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717" y="623316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D55E00"/>
          </a:solidFill>
          <a:ln/>
        </p:spPr>
      </p:sp>
      <p:sp>
        <p:nvSpPr>
          <p:cNvPr id="23" name="Shape 21"/>
          <p:cNvSpPr/>
          <p:nvPr/>
        </p:nvSpPr>
        <p:spPr>
          <a:xfrm>
            <a:off x="2555565" y="512064"/>
            <a:ext cx="73152" cy="175260"/>
          </a:xfrm>
          <a:prstGeom prst="line">
            <a:avLst/>
          </a:prstGeom>
          <a:noFill/>
          <a:ln w="31750">
            <a:solidFill>
              <a:srgbClr val="D55E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" y="623316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0072B2"/>
          </a:solidFill>
          <a:ln/>
        </p:spPr>
      </p:sp>
      <p:sp>
        <p:nvSpPr>
          <p:cNvPr id="25" name="Shape 23"/>
          <p:cNvSpPr/>
          <p:nvPr/>
        </p:nvSpPr>
        <p:spPr>
          <a:xfrm>
            <a:off x="1538387" y="588264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0072B2"/>
          </a:solidFill>
          <a:ln/>
        </p:spPr>
      </p:sp>
      <p:sp>
        <p:nvSpPr>
          <p:cNvPr id="26" name="Shape 24"/>
          <p:cNvSpPr/>
          <p:nvPr/>
        </p:nvSpPr>
        <p:spPr>
          <a:xfrm flipV="1">
            <a:off x="1465235" y="652272"/>
            <a:ext cx="73152" cy="35052"/>
          </a:xfrm>
          <a:prstGeom prst="line">
            <a:avLst/>
          </a:prstGeom>
          <a:noFill/>
          <a:ln w="31750">
            <a:solidFill>
              <a:srgbClr val="0072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8717" y="518160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0072B2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2555565" y="582168"/>
            <a:ext cx="73152" cy="70104"/>
          </a:xfrm>
          <a:prstGeom prst="line">
            <a:avLst/>
          </a:prstGeom>
          <a:noFill/>
          <a:ln w="31750">
            <a:solidFill>
              <a:srgbClr val="0072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8717" y="1184148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009E73"/>
          </a:solidFill>
          <a:ln/>
        </p:spPr>
      </p:sp>
      <p:sp>
        <p:nvSpPr>
          <p:cNvPr id="30" name="Shape 28"/>
          <p:cNvSpPr/>
          <p:nvPr/>
        </p:nvSpPr>
        <p:spPr>
          <a:xfrm>
            <a:off x="4231112" y="438912"/>
            <a:ext cx="98755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5CED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31112" y="4389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P48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64272" y="438912"/>
            <a:ext cx="98755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5CE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64272" y="4389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P64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97431" y="438912"/>
            <a:ext cx="98755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5CE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97431" y="4389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P67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322552" y="1097280"/>
            <a:ext cx="804672" cy="109728"/>
          </a:xfrm>
          <a:prstGeom prst="roundRect">
            <a:avLst>
              <a:gd name="adj" fmla="val 25000"/>
            </a:avLst>
          </a:prstGeom>
          <a:solidFill>
            <a:srgbClr val="9AA4B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231112" y="12252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?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555712" y="1097280"/>
            <a:ext cx="804672" cy="109728"/>
          </a:xfrm>
          <a:prstGeom prst="roundRect">
            <a:avLst>
              <a:gd name="adj" fmla="val 25000"/>
            </a:avLst>
          </a:prstGeom>
          <a:solidFill>
            <a:srgbClr val="9AA4B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64272" y="12252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788871" y="1097280"/>
            <a:ext cx="804672" cy="109728"/>
          </a:xfrm>
          <a:prstGeom prst="roundRect">
            <a:avLst>
              <a:gd name="adj" fmla="val 25000"/>
            </a:avLst>
          </a:prstGeom>
          <a:solidFill>
            <a:srgbClr val="9AA4B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697431" y="12252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?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142183" y="256032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6600" dirty="0"/>
          </a:p>
        </p:txBody>
      </p:sp>
      <p:sp>
        <p:nvSpPr>
          <p:cNvPr id="43" name="Shape 41"/>
          <p:cNvSpPr/>
          <p:nvPr/>
        </p:nvSpPr>
        <p:spPr>
          <a:xfrm>
            <a:off x="9376623" y="329184"/>
            <a:ext cx="405482" cy="182880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44" name="Shape 42"/>
          <p:cNvSpPr/>
          <p:nvPr/>
        </p:nvSpPr>
        <p:spPr>
          <a:xfrm>
            <a:off x="9818681" y="329184"/>
            <a:ext cx="405482" cy="1828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5" name="Shape 43"/>
          <p:cNvSpPr/>
          <p:nvPr/>
        </p:nvSpPr>
        <p:spPr>
          <a:xfrm>
            <a:off x="10260738" y="329184"/>
            <a:ext cx="405482" cy="1828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6" name="Shape 44"/>
          <p:cNvSpPr/>
          <p:nvPr/>
        </p:nvSpPr>
        <p:spPr>
          <a:xfrm>
            <a:off x="10702796" y="329184"/>
            <a:ext cx="405482" cy="1828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44854" y="329184"/>
            <a:ext cx="405482" cy="1828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8" name="Shape 46"/>
          <p:cNvSpPr/>
          <p:nvPr/>
        </p:nvSpPr>
        <p:spPr>
          <a:xfrm>
            <a:off x="9376623" y="548640"/>
            <a:ext cx="405482" cy="182880"/>
          </a:xfrm>
          <a:prstGeom prst="rect">
            <a:avLst/>
          </a:prstGeom>
          <a:solidFill>
            <a:srgbClr val="5E7292"/>
          </a:solidFill>
          <a:ln/>
        </p:spPr>
      </p:sp>
      <p:sp>
        <p:nvSpPr>
          <p:cNvPr id="49" name="Shape 47"/>
          <p:cNvSpPr/>
          <p:nvPr/>
        </p:nvSpPr>
        <p:spPr>
          <a:xfrm>
            <a:off x="9818681" y="548640"/>
            <a:ext cx="405482" cy="182880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50" name="Shape 48"/>
          <p:cNvSpPr/>
          <p:nvPr/>
        </p:nvSpPr>
        <p:spPr>
          <a:xfrm>
            <a:off x="10260738" y="548640"/>
            <a:ext cx="405482" cy="1828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51" name="Shape 49"/>
          <p:cNvSpPr/>
          <p:nvPr/>
        </p:nvSpPr>
        <p:spPr>
          <a:xfrm>
            <a:off x="10702796" y="548640"/>
            <a:ext cx="405482" cy="1828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52" name="Shape 50"/>
          <p:cNvSpPr/>
          <p:nvPr/>
        </p:nvSpPr>
        <p:spPr>
          <a:xfrm>
            <a:off x="11144854" y="548640"/>
            <a:ext cx="405482" cy="182880"/>
          </a:xfrm>
          <a:prstGeom prst="rect">
            <a:avLst/>
          </a:prstGeom>
          <a:solidFill>
            <a:srgbClr val="5E7292"/>
          </a:solidFill>
          <a:ln/>
        </p:spPr>
      </p:sp>
      <p:sp>
        <p:nvSpPr>
          <p:cNvPr id="53" name="Shape 51"/>
          <p:cNvSpPr/>
          <p:nvPr/>
        </p:nvSpPr>
        <p:spPr>
          <a:xfrm>
            <a:off x="9376623" y="768096"/>
            <a:ext cx="405482" cy="1828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54" name="Shape 52"/>
          <p:cNvSpPr/>
          <p:nvPr/>
        </p:nvSpPr>
        <p:spPr>
          <a:xfrm>
            <a:off x="9818681" y="768096"/>
            <a:ext cx="405482" cy="182880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55" name="Shape 53"/>
          <p:cNvSpPr/>
          <p:nvPr/>
        </p:nvSpPr>
        <p:spPr>
          <a:xfrm>
            <a:off x="10260738" y="768096"/>
            <a:ext cx="405482" cy="182880"/>
          </a:xfrm>
          <a:prstGeom prst="rect">
            <a:avLst/>
          </a:prstGeom>
          <a:solidFill>
            <a:srgbClr val="5E7292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02796" y="768096"/>
            <a:ext cx="405482" cy="182880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57" name="Shape 55"/>
          <p:cNvSpPr/>
          <p:nvPr/>
        </p:nvSpPr>
        <p:spPr>
          <a:xfrm>
            <a:off x="11144854" y="768096"/>
            <a:ext cx="405482" cy="182880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58" name="Shape 56"/>
          <p:cNvSpPr/>
          <p:nvPr/>
        </p:nvSpPr>
        <p:spPr>
          <a:xfrm>
            <a:off x="9376623" y="987552"/>
            <a:ext cx="405482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9818681" y="987552"/>
            <a:ext cx="405482" cy="182880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60" name="Shape 58"/>
          <p:cNvSpPr/>
          <p:nvPr/>
        </p:nvSpPr>
        <p:spPr>
          <a:xfrm>
            <a:off x="10260738" y="987552"/>
            <a:ext cx="405482" cy="1828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1" name="Shape 59"/>
          <p:cNvSpPr/>
          <p:nvPr/>
        </p:nvSpPr>
        <p:spPr>
          <a:xfrm>
            <a:off x="10702796" y="987552"/>
            <a:ext cx="405482" cy="182880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62" name="Shape 60"/>
          <p:cNvSpPr/>
          <p:nvPr/>
        </p:nvSpPr>
        <p:spPr>
          <a:xfrm>
            <a:off x="11144854" y="987552"/>
            <a:ext cx="405482" cy="1828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3" name="Shape 61"/>
          <p:cNvSpPr/>
          <p:nvPr/>
        </p:nvSpPr>
        <p:spPr>
          <a:xfrm>
            <a:off x="9376623" y="1225296"/>
            <a:ext cx="2173712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B43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376623" y="1225296"/>
            <a:ext cx="217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voice-leading: none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12053255" y="438912"/>
            <a:ext cx="420624" cy="384048"/>
          </a:xfrm>
          <a:prstGeom prst="rect">
            <a:avLst/>
          </a:prstGeom>
          <a:solidFill>
            <a:srgbClr val="D55E00"/>
          </a:solidFill>
          <a:ln w="9525">
            <a:solidFill>
              <a:srgbClr val="C5CED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2053255" y="43891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12473879" y="438912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5CED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2473879" y="4389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P64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13286415" y="438912"/>
            <a:ext cx="420624" cy="384048"/>
          </a:xfrm>
          <a:prstGeom prst="rect">
            <a:avLst/>
          </a:prstGeom>
          <a:solidFill>
            <a:srgbClr val="0072B2"/>
          </a:solidFill>
          <a:ln w="9525">
            <a:solidFill>
              <a:srgbClr val="C5CED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3286415" y="43891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13707039" y="438912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5CED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3707039" y="4389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P67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14519575" y="438912"/>
            <a:ext cx="420624" cy="384048"/>
          </a:xfrm>
          <a:prstGeom prst="rect">
            <a:avLst/>
          </a:prstGeom>
          <a:solidFill>
            <a:srgbClr val="009E73"/>
          </a:solidFill>
          <a:ln w="9525">
            <a:solidFill>
              <a:srgbClr val="C5CEDB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4519575" y="43891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14940199" y="438912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5CEDB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4940199" y="4389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P48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12098975" y="1097280"/>
            <a:ext cx="896112" cy="109728"/>
          </a:xfrm>
          <a:prstGeom prst="roundRect">
            <a:avLst>
              <a:gd name="adj" fmla="val 25000"/>
            </a:avLst>
          </a:prstGeom>
          <a:solidFill>
            <a:srgbClr val="D55E00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2053255" y="12252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soprano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13332135" y="1097280"/>
            <a:ext cx="896112" cy="109728"/>
          </a:xfrm>
          <a:prstGeom prst="roundRect">
            <a:avLst>
              <a:gd name="adj" fmla="val 25000"/>
            </a:avLst>
          </a:prstGeom>
          <a:solidFill>
            <a:srgbClr val="0072B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3286415" y="12252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14565295" y="1097280"/>
            <a:ext cx="896112" cy="109728"/>
          </a:xfrm>
          <a:prstGeom prst="roundRect">
            <a:avLst>
              <a:gd name="adj" fmla="val 25000"/>
            </a:avLst>
          </a:prstGeom>
          <a:solidFill>
            <a:srgbClr val="009E73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4519575" y="12252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16055767" y="301752"/>
            <a:ext cx="32709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092343" y="413004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D55E00"/>
          </a:solidFill>
          <a:ln/>
        </p:spPr>
      </p:sp>
      <p:sp>
        <p:nvSpPr>
          <p:cNvPr id="85" name="Shape 83"/>
          <p:cNvSpPr/>
          <p:nvPr/>
        </p:nvSpPr>
        <p:spPr>
          <a:xfrm>
            <a:off x="17182673" y="483108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D55E00"/>
          </a:solidFill>
          <a:ln/>
        </p:spPr>
      </p:sp>
      <p:sp>
        <p:nvSpPr>
          <p:cNvPr id="86" name="Shape 84"/>
          <p:cNvSpPr/>
          <p:nvPr/>
        </p:nvSpPr>
        <p:spPr>
          <a:xfrm>
            <a:off x="17109521" y="477012"/>
            <a:ext cx="73152" cy="70104"/>
          </a:xfrm>
          <a:prstGeom prst="line">
            <a:avLst/>
          </a:prstGeom>
          <a:noFill/>
          <a:ln w="31750">
            <a:solidFill>
              <a:srgbClr val="D55E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182673" y="693420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0072B2"/>
          </a:solidFill>
          <a:ln/>
        </p:spPr>
      </p:sp>
      <p:sp>
        <p:nvSpPr>
          <p:cNvPr id="88" name="Shape 86"/>
          <p:cNvSpPr/>
          <p:nvPr/>
        </p:nvSpPr>
        <p:spPr>
          <a:xfrm>
            <a:off x="18273004" y="763524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0072B2"/>
          </a:solidFill>
          <a:ln/>
        </p:spPr>
      </p:sp>
      <p:sp>
        <p:nvSpPr>
          <p:cNvPr id="89" name="Shape 87"/>
          <p:cNvSpPr/>
          <p:nvPr/>
        </p:nvSpPr>
        <p:spPr>
          <a:xfrm>
            <a:off x="18199852" y="757428"/>
            <a:ext cx="73152" cy="70104"/>
          </a:xfrm>
          <a:prstGeom prst="line">
            <a:avLst/>
          </a:prstGeom>
          <a:noFill/>
          <a:ln w="31750">
            <a:solidFill>
              <a:srgbClr val="0072B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8273004" y="1043940"/>
            <a:ext cx="1017179" cy="128016"/>
          </a:xfrm>
          <a:prstGeom prst="roundRect">
            <a:avLst>
              <a:gd name="adj" fmla="val 21429"/>
            </a:avLst>
          </a:prstGeom>
          <a:solidFill>
            <a:srgbClr val="009E7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CANTUS graphical abstract</dc:title>
  <dc:subject>PptxGenJS Presentation</dc:subject>
  <dc:creator>PptxGenJS</dc:creator>
  <cp:lastModifiedBy>PptxGenJS</cp:lastModifiedBy>
  <cp:revision>1</cp:revision>
  <dcterms:created xsi:type="dcterms:W3CDTF">2026-09-25T10:23:14Z</dcterms:created>
  <dcterms:modified xsi:type="dcterms:W3CDTF">2026-09-25T10:23:14Z</dcterms:modified>
</cp:coreProperties>
</file>